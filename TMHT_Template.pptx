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4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88952" cy="16459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1460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2A5C"/>
                </a:solidFill>
                <a:latin typeface="Microsoft JhengHei"/>
              </a:rPr>
              <a:t>大同醫護股份有限公司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023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A2A5C"/>
                </a:solidFill>
                <a:latin typeface="Microsoft JhengHei"/>
              </a:rPr>
              <a:t>系統開發事業處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A2A5C"/>
                </a:solidFill>
                <a:latin typeface="Microsoft JhengHei"/>
              </a:rPr>
              <a:t>2026.05.29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Microsoft JhengHei"/>
              </a:rPr>
              <a:t>智慧醫療・智慧照護・智慧健康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6309360"/>
            <a:ext cx="3502152" cy="548640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0" y="5852160"/>
            <a:ext cx="2587752" cy="457200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0" y="629107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JhengHei"/>
              </a:rPr>
              <a:t>智慧醫療・智慧照護・智慧健康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120640"/>
            <a:ext cx="2286000" cy="548640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" y="51206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JhengHei"/>
              </a:rPr>
              <a:t>章節標題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4BF"/>
                </a:solidFill>
                <a:latin typeface="Microsoft JhengHei"/>
              </a:rPr>
              <a:t>🔷 tmht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A2A5C"/>
                </a:solidFill>
                <a:latin typeface="Microsoft JhengHei"/>
              </a:rPr>
              <a:t>投影片標題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31520"/>
            <a:ext cx="109728" cy="548640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A2A5C"/>
                </a:solidFill>
                <a:latin typeface="Microsoft JhengHei"/>
              </a:rPr>
              <a:t>• 重點一：說明文字
• 重點二：說明文字
• 重點三：說明文字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109728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6492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74BF"/>
                </a:solidFill>
                <a:latin typeface="Microsoft JhengHei"/>
              </a:rPr>
              <a:t>智慧醫療・智慧照護・智慧健康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4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88952" cy="219456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10312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>
                <a:solidFill>
                  <a:srgbClr val="0A2A5C"/>
                </a:solidFill>
                <a:latin typeface="Microsoft JhengHei"/>
              </a:rP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01752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A2A5C"/>
                </a:solidFill>
                <a:latin typeface="Microsoft JhengHei"/>
              </a:rPr>
              <a:t>THANKS FOR LISTENING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提供全方位的解決方案與服務　客戶最佳的合作夥伴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02336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A2A5C"/>
                </a:solidFill>
                <a:latin typeface="Microsoft JhengHei"/>
              </a:rPr>
              <a:t>🔷 tmht  TATUNG MEDICAL &amp; HEALTHCARE TECHNOLOGIES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